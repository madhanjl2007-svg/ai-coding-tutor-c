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AI Coding Tutor for 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Capstone Project 42</a:t>
            </a:r>
          </a:p>
          <a:p>
            <a:pPr>
              <a:spcAft>
                <a:spcPts val="1200"/>
              </a:spcAft>
              <a:defRPr sz="2200"/>
            </a:pPr>
            <a:r>
              <a:t>MADHAN. JL</a:t>
            </a:r>
          </a:p>
          <a:p>
            <a:pPr>
              <a:spcAft>
                <a:spcPts val="1200"/>
              </a:spcAft>
              <a:defRPr sz="2200"/>
            </a:pPr>
            <a:r>
              <a:t>B.E. Computer Science and Engineering</a:t>
            </a:r>
          </a:p>
          <a:p>
            <a:pPr>
              <a:spcAft>
                <a:spcPts val="1200"/>
              </a:spcAft>
              <a:defRPr sz="2200"/>
            </a:pPr>
            <a:r>
              <a:t>Dhanalakshmi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Beginners often make errors while writing C programs.</a:t>
            </a:r>
          </a:p>
          <a:p>
            <a:pPr>
              <a:spcAft>
                <a:spcPts val="1200"/>
              </a:spcAft>
              <a:defRPr sz="2200"/>
            </a:pPr>
            <a:r>
              <a:t>They may find it difficult to identify and understand errors.</a:t>
            </a:r>
          </a:p>
          <a:p>
            <a:pPr>
              <a:spcAft>
                <a:spcPts val="1200"/>
              </a:spcAft>
              <a:defRPr sz="2200"/>
            </a:pPr>
            <a:r>
              <a:t>Students may blindly trust AI-generated answers.</a:t>
            </a:r>
          </a:p>
          <a:p>
            <a:pPr>
              <a:spcAft>
                <a:spcPts val="1200"/>
              </a:spcAft>
              <a:defRPr sz="2200"/>
            </a:pPr>
            <a:r>
              <a:t>The project focuses on using AI as a learning assistant instead of simply copying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Help beginners understand C programming errors.</a:t>
            </a:r>
          </a:p>
          <a:p>
            <a:pPr>
              <a:spcAft>
                <a:spcPts val="1200"/>
              </a:spcAft>
              <a:defRPr sz="2200"/>
            </a:pPr>
            <a:r>
              <a:t>Use AI to provide hints and explanations.</a:t>
            </a:r>
          </a:p>
          <a:p>
            <a:pPr>
              <a:spcAft>
                <a:spcPts val="1200"/>
              </a:spcAft>
              <a:defRPr sz="2200"/>
            </a:pPr>
            <a:r>
              <a:t>Encourage students to identify and fix mistakes manually.</a:t>
            </a:r>
          </a:p>
          <a:p>
            <a:pPr>
              <a:spcAft>
                <a:spcPts val="1200"/>
              </a:spcAft>
              <a:defRPr sz="2200"/>
            </a:pPr>
            <a:r>
              <a:t>Verify corrected programs using GCC.</a:t>
            </a:r>
          </a:p>
          <a:p>
            <a:pPr>
              <a:spcAft>
                <a:spcPts val="1200"/>
              </a:spcAft>
              <a:defRPr sz="2200"/>
            </a:pPr>
            <a:r>
              <a:t>Improve debugging and problem-solving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How AI Coding Tutor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1. Student provides a buggy C program.</a:t>
            </a:r>
          </a:p>
          <a:p>
            <a:pPr>
              <a:spcAft>
                <a:spcPts val="1200"/>
              </a:spcAft>
              <a:defRPr sz="2200"/>
            </a:pPr>
            <a:r>
              <a:t>2. AI gives a hint first.</a:t>
            </a:r>
          </a:p>
          <a:p>
            <a:pPr>
              <a:spcAft>
                <a:spcPts val="1200"/>
              </a:spcAft>
              <a:defRPr sz="2200"/>
            </a:pPr>
            <a:r>
              <a:t>3. AI explains the mistake and concept.</a:t>
            </a:r>
          </a:p>
          <a:p>
            <a:pPr>
              <a:spcAft>
                <a:spcPts val="1200"/>
              </a:spcAft>
              <a:defRPr sz="2200"/>
            </a:pPr>
            <a:r>
              <a:t>4. Student manually fixes the code.</a:t>
            </a:r>
          </a:p>
          <a:p>
            <a:pPr>
              <a:spcAft>
                <a:spcPts val="1200"/>
              </a:spcAft>
              <a:defRPr sz="2200"/>
            </a:pPr>
            <a:r>
              <a:t>5. GCC compiles and verifies the corrected program.</a:t>
            </a:r>
          </a:p>
          <a:p>
            <a:pPr>
              <a:spcAft>
                <a:spcPts val="1200"/>
              </a:spcAft>
              <a:defRPr sz="2200"/>
            </a:pPr>
            <a:r>
              <a:t>6. Student checks the final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Testing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Created and tested 15 buggy C programs.</a:t>
            </a:r>
          </a:p>
          <a:p>
            <a:pPr>
              <a:spcAft>
                <a:spcPts val="1200"/>
              </a:spcAft>
              <a:defRPr sz="2200"/>
            </a:pPr>
            <a:r>
              <a:t>Tested AI using: Hint → Explanation → Fix.</a:t>
            </a:r>
          </a:p>
          <a:p>
            <a:pPr>
              <a:spcAft>
                <a:spcPts val="1200"/>
              </a:spcAft>
              <a:defRPr sz="2200"/>
            </a:pPr>
            <a:r>
              <a:t>AI responses were rated and verified.</a:t>
            </a:r>
          </a:p>
          <a:p>
            <a:pPr>
              <a:spcAft>
                <a:spcPts val="1200"/>
              </a:spcAft>
              <a:defRPr sz="2200"/>
            </a:pPr>
            <a:r>
              <a:t>Corrections were manually applied by the student.</a:t>
            </a:r>
          </a:p>
          <a:p>
            <a:pPr>
              <a:spcAft>
                <a:spcPts val="1200"/>
              </a:spcAft>
              <a:defRPr sz="2200"/>
            </a:pPr>
            <a:r>
              <a:t>GCC was used for compilation and verification.</a:t>
            </a:r>
          </a:p>
          <a:p>
            <a:pPr>
              <a:spcAft>
                <a:spcPts val="1200"/>
              </a:spcAft>
              <a:defRPr sz="2200"/>
            </a:pPr>
            <a:r>
              <a:t>All 15 tested AI fixes worked correctly in our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AI can be useful as a learning assistant for C programming.</a:t>
            </a:r>
          </a:p>
          <a:p>
            <a:pPr>
              <a:spcAft>
                <a:spcPts val="1200"/>
              </a:spcAft>
              <a:defRPr sz="2200"/>
            </a:pPr>
            <a:r>
              <a:t>Hint-first guidance encourages students to think.</a:t>
            </a:r>
          </a:p>
          <a:p>
            <a:pPr>
              <a:spcAft>
                <a:spcPts val="1200"/>
              </a:spcAft>
              <a:defRPr sz="2200"/>
            </a:pPr>
            <a:r>
              <a:t>Manual fixing improves understanding and problem-solving.</a:t>
            </a:r>
          </a:p>
          <a:p>
            <a:pPr>
              <a:spcAft>
                <a:spcPts val="1200"/>
              </a:spcAft>
              <a:defRPr sz="2200"/>
            </a:pPr>
            <a:r>
              <a:t>GCC verification helps check whether the correction works.</a:t>
            </a:r>
          </a:p>
          <a:p>
            <a:pPr>
              <a:spcAft>
                <a:spcPts val="1200"/>
              </a:spcAft>
              <a:defRPr sz="2200"/>
            </a:pPr>
            <a:r>
              <a:t>AI should be understood and verified instead of blindly trusted.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